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68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4992D-2E7E-4CD3-8490-1D3AB35F3F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76223-5EF3-4E3A-96E3-6C9CBDFE49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7C325-0DBC-4528-9067-5A7B7669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D783B-73FA-4866-9AFF-1DE40124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F43AA-CBDA-4477-8CE6-91D79589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18A22-A873-465C-AC9D-3253B09B3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53303-47EF-4CC5-B7A4-1D20AF743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6DDB9-2575-4148-B8D1-4788D7012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E9571-6691-49E4-B86B-79C22B6D1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0E5C7-590C-43CD-A33A-38C95CEE6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69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AFD0E-E6CE-49EA-94EB-2A19A992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FA647-4B9A-4AB7-9043-F23DEC00A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E3E4B-7E8D-4040-A52D-7B2040E1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12082-CF14-4989-9DC5-ECA4A2F1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ED5D-FDE1-476A-9562-0A60AB7C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92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5542-5F99-45F3-87ED-0D725DAD8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26C07-A399-4C8F-A821-D6C6B715C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E1376-B3D3-48C6-8453-BFC3FD7B8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08411-CBD7-4465-9C15-D6F87584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FAEDA-D84E-4C2B-949D-05314B438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B1CEC-228D-4033-985C-1FCADDDED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00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723BE-CE58-4DDF-B447-930A2986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E1126-1969-48C4-8CF9-EAEFFC0B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0DAD9-BDCD-470B-B6DD-E2957668C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6DEB90-46C2-4FB1-BF82-EACF4D1F5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7E204-135C-4123-B224-F890246BD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F74528-C783-4D01-8CD6-23935DF9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B9B6C5-5306-4299-9CDC-F992E460C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FAFE8D-EEFC-45AA-8E09-89C715674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15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3D5E-91D4-4BC8-884E-116EE2B76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F20B45-160A-4969-9511-D2ADE996D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3B858-ED95-42A2-94AB-E6C4EE64D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9BA07-0130-4858-885F-BC67D05F0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814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82E847-9A13-4763-BEE2-6A268C7DB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8863A4-F6E3-4BE4-B5C8-1F8F668D0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F24CA-090D-4566-8FDD-F6A6109E3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22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577D-0A17-4579-B010-63CFF97E6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72F89-C02F-4052-A793-DFAE471EB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70011-8F8B-40C6-8753-5D90CFDCBB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722D8-5C94-4033-97E3-00B04AE58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CC1B1B-D858-4C52-9AFB-48E21C597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84579-73C1-4C56-85F2-1A82B1F84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77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DC408-8EFA-4375-80B5-4845A48F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B8567-46DD-4BF0-B54D-0D9549E909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EFA1C-480C-4B58-BDDC-C9B95AAF65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5FB528-E6FD-48BD-8D8C-76F67A5C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C95FC2-D12E-4F25-9BBF-4DE09B2B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9B70D6-8408-4F18-BC23-88FC7807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6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ECEA-FA6B-48F2-92B1-E6D52FA7B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659B6-B5B9-4C53-99C6-2DC049F75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272A1-521B-41F1-8CD0-5158D60D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9ADA8D-30BB-4932-9169-2BC82CFC3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7BBFA-6A90-4985-8021-36DB0D5C1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61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D2C31F-7A03-47B8-9372-29FF96D8C6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5D7F85-B462-4683-940C-DB5F3D06A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6BD4D-E0F3-43D3-8CAF-D93821A9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F7930E-B500-42EE-AA21-1FA76F7A5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E2BC1-3E43-4793-A879-0FD7A8941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511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787B4F-C5D1-4113-9C2F-A4D0B4D47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EF7D7-FAF1-4659-B330-EA13490B9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E02E8-7D12-4822-BC5F-25ACBC1E8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AF447-60FA-4718-899A-DCC60CB106B8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02E0D-97D9-4572-81E3-034570F16C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482E0-D450-4141-89DE-167FB4EBF8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CFBA9-02DD-49E6-A9D7-393D14F41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35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3BC70-DA4E-4951-BC3E-35747D3F4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Breast Cancer EDA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7A41B-CB64-43E4-84C0-634B0F4BDA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70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3CC7-E2B7-42B5-90C1-382E9B6D5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0F266-7FE5-440C-991B-6FBA58CD4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1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01EB5-2AE5-4080-9BA7-A492FC626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72D44-D159-47D8-85DD-D67493DF4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Chart, df.info()?</a:t>
            </a:r>
          </a:p>
        </p:txBody>
      </p:sp>
    </p:spTree>
    <p:extLst>
      <p:ext uri="{BB962C8B-B14F-4D97-AF65-F5344CB8AC3E}">
        <p14:creationId xmlns:p14="http://schemas.microsoft.com/office/powerpoint/2010/main" val="310675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30DFC-8AF7-42F5-835E-DAA0DD3A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06B7-1F89-47A9-BF7B-76B0E09BE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age at initial diagnosis affect survivability?</a:t>
            </a:r>
          </a:p>
          <a:p>
            <a:r>
              <a:rPr lang="en-US" dirty="0"/>
              <a:t>Does Tumor size at initial diagnosis affect survivability?</a:t>
            </a:r>
          </a:p>
          <a:p>
            <a:r>
              <a:rPr lang="en-US" dirty="0"/>
              <a:t>How long is a patient likely to survive given an initial diagnosis of a T4 T stage compared to other stages or grades?</a:t>
            </a:r>
          </a:p>
          <a:p>
            <a:r>
              <a:rPr lang="en-US" dirty="0"/>
              <a:t>Do early diagnoses (N1, IIA, Grade 1) play a part in survivability? </a:t>
            </a:r>
          </a:p>
        </p:txBody>
      </p:sp>
    </p:spTree>
    <p:extLst>
      <p:ext uri="{BB962C8B-B14F-4D97-AF65-F5344CB8AC3E}">
        <p14:creationId xmlns:p14="http://schemas.microsoft.com/office/powerpoint/2010/main" val="2995132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5D15-003A-4062-8511-1DDF7EB3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 – Alive/Dead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2DFA1BB-51A6-4ED0-A4C8-82959E9384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75" y="1921030"/>
            <a:ext cx="5120650" cy="416052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D37388-671F-46F8-8E40-645F62CDEEC4}"/>
              </a:ext>
            </a:extLst>
          </p:cNvPr>
          <p:cNvSpPr txBox="1"/>
          <p:nvPr/>
        </p:nvSpPr>
        <p:spPr>
          <a:xfrm rot="2010560">
            <a:off x="1255374" y="2727178"/>
            <a:ext cx="102690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FF0000"/>
                </a:solidFill>
              </a:rPr>
              <a:t>COMBINED BAR CHART?</a:t>
            </a:r>
          </a:p>
        </p:txBody>
      </p:sp>
    </p:spTree>
    <p:extLst>
      <p:ext uri="{BB962C8B-B14F-4D97-AF65-F5344CB8AC3E}">
        <p14:creationId xmlns:p14="http://schemas.microsoft.com/office/powerpoint/2010/main" val="6474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406C-00B4-4028-980F-4D283A24D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 – 6</a:t>
            </a:r>
            <a:r>
              <a:rPr lang="en-US" baseline="30000" dirty="0"/>
              <a:t>th</a:t>
            </a:r>
            <a:r>
              <a:rPr lang="en-US" dirty="0"/>
              <a:t> Stage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D0C601-0749-4007-B121-4F52D4FBB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75" y="1989610"/>
            <a:ext cx="5120650" cy="4023368"/>
          </a:xfrm>
        </p:spPr>
      </p:pic>
    </p:spTree>
    <p:extLst>
      <p:ext uri="{BB962C8B-B14F-4D97-AF65-F5344CB8AC3E}">
        <p14:creationId xmlns:p14="http://schemas.microsoft.com/office/powerpoint/2010/main" val="3695229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DBC96-656B-469F-B721-B52F57DB8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Distribution – T Stage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C1506-F8EC-40BE-A179-59F87C3F9B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75" y="2007898"/>
            <a:ext cx="5120650" cy="3986792"/>
          </a:xfrm>
        </p:spPr>
      </p:pic>
    </p:spTree>
    <p:extLst>
      <p:ext uri="{BB962C8B-B14F-4D97-AF65-F5344CB8AC3E}">
        <p14:creationId xmlns:p14="http://schemas.microsoft.com/office/powerpoint/2010/main" val="3100566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26794-BE86-4709-ADCD-E2B8A73D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Analysis – N Stage vs Tumor Size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0E86C6-46CC-46C8-8639-FC6B3D920C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383" y="2026186"/>
            <a:ext cx="5221234" cy="3950216"/>
          </a:xfrm>
        </p:spPr>
      </p:pic>
    </p:spTree>
    <p:extLst>
      <p:ext uri="{BB962C8B-B14F-4D97-AF65-F5344CB8AC3E}">
        <p14:creationId xmlns:p14="http://schemas.microsoft.com/office/powerpoint/2010/main" val="1087957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BFE90-5F7E-4786-BDDA-871E742C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Analysis – Tumor Size vs Status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5C94F4-1BAE-4F7A-9ADF-6F7FDE314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017" y="1690688"/>
            <a:ext cx="6473965" cy="429768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1E91043-3410-4E87-A8AF-1DD243781966}"/>
              </a:ext>
            </a:extLst>
          </p:cNvPr>
          <p:cNvSpPr/>
          <p:nvPr/>
        </p:nvSpPr>
        <p:spPr>
          <a:xfrm>
            <a:off x="5041900" y="3105727"/>
            <a:ext cx="279400" cy="2794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2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B23D5-266B-4017-AF5F-F599D25B2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Correlation Heatmap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FD228-625D-43E3-BAB0-5799D0396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200" y="1825625"/>
            <a:ext cx="475959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583BB2-2894-4F89-9874-5C879BC50BAC}"/>
              </a:ext>
            </a:extLst>
          </p:cNvPr>
          <p:cNvSpPr txBox="1"/>
          <p:nvPr/>
        </p:nvSpPr>
        <p:spPr>
          <a:xfrm rot="2010560">
            <a:off x="1255374" y="2727178"/>
            <a:ext cx="102690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solidFill>
                  <a:srgbClr val="FF0000"/>
                </a:solidFill>
              </a:rPr>
              <a:t>Not COMPLETE</a:t>
            </a:r>
          </a:p>
        </p:txBody>
      </p:sp>
    </p:spTree>
    <p:extLst>
      <p:ext uri="{BB962C8B-B14F-4D97-AF65-F5344CB8AC3E}">
        <p14:creationId xmlns:p14="http://schemas.microsoft.com/office/powerpoint/2010/main" val="1792072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62ED-9C62-4C1D-95B6-703A7907D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Does Cancer Cell differentiation identification contribute to survivability?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FEBBA8-82A0-4155-B2FA-9742C48345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326" y="2204494"/>
            <a:ext cx="6117348" cy="3593599"/>
          </a:xfrm>
        </p:spPr>
      </p:pic>
    </p:spTree>
    <p:extLst>
      <p:ext uri="{BB962C8B-B14F-4D97-AF65-F5344CB8AC3E}">
        <p14:creationId xmlns:p14="http://schemas.microsoft.com/office/powerpoint/2010/main" val="513007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B48B-7673-4291-B2F8-037DCF14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Pair 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D8094F-AAA4-480D-B69C-540D1A3657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3962" y="1825625"/>
            <a:ext cx="4904075" cy="4351338"/>
          </a:xfrm>
        </p:spPr>
      </p:pic>
    </p:spTree>
    <p:extLst>
      <p:ext uri="{BB962C8B-B14F-4D97-AF65-F5344CB8AC3E}">
        <p14:creationId xmlns:p14="http://schemas.microsoft.com/office/powerpoint/2010/main" val="2204898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85374-1F88-4B0F-BC96-693EAD0C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97ED5B3-D6B5-4929-98C6-F77BBB9558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113" y="1357055"/>
            <a:ext cx="5419612" cy="5419612"/>
          </a:xfrm>
        </p:spPr>
      </p:pic>
    </p:spTree>
    <p:extLst>
      <p:ext uri="{BB962C8B-B14F-4D97-AF65-F5344CB8AC3E}">
        <p14:creationId xmlns:p14="http://schemas.microsoft.com/office/powerpoint/2010/main" val="2874059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42CC-D736-43DA-9296-696CB07F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44DC6-BB01-42F1-8F97-9AB16B9EE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89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125</Words>
  <Application>Microsoft Office PowerPoint</Application>
  <PresentationFormat>Widescreen</PresentationFormat>
  <Paragraphs>21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Breast Cancer EDA</vt:lpstr>
      <vt:lpstr>Agenda</vt:lpstr>
      <vt:lpstr>Data</vt:lpstr>
      <vt:lpstr>Analytical Questions</vt:lpstr>
      <vt:lpstr>Data Distribution – Alive/Dead</vt:lpstr>
      <vt:lpstr>Data Distribution – 6th Stage</vt:lpstr>
      <vt:lpstr>Data Distribution – T Stage</vt:lpstr>
      <vt:lpstr>Bivariate Analysis – N Stage vs Tumor Size</vt:lpstr>
      <vt:lpstr>Bivariate Analysis – Tumor Size vs Status</vt:lpstr>
      <vt:lpstr> Correlation Heatmap</vt:lpstr>
      <vt:lpstr>Does Cancer Cell differentiation identification contribute to survivability?</vt:lpstr>
      <vt:lpstr>Pair plot</vt:lpstr>
      <vt:lpstr>Age Analysis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EDA</dc:title>
  <dc:creator>Matthew Ross</dc:creator>
  <cp:lastModifiedBy>Matthew Ross</cp:lastModifiedBy>
  <cp:revision>10</cp:revision>
  <dcterms:created xsi:type="dcterms:W3CDTF">2025-12-03T03:48:10Z</dcterms:created>
  <dcterms:modified xsi:type="dcterms:W3CDTF">2025-12-03T15:46:03Z</dcterms:modified>
</cp:coreProperties>
</file>